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ns1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ns1:picLocks noChangeAspect="1"/>
          </p:cNvPicPr>
          <p:nvPr/>
        </p:nvPicPr>
        <p:blipFill>
          <ns1:blip ns2:embed="rId2"/>
          <ns1:stretch>
            <ns1:fillRect/>
          </ns1:stretch>
        </p:blipFill>
        <p:spPr>
          <ns1:xfrm>
            <ns1:off x="0" y="0"/>
            <ns1:ext cx="14630400" cy="8229600"/>
          </ns1:xfrm>
          <ns1:prstGeom prst="rect">
            <ns1:avLst/>
          </ns1:prstGeom>
        </p:spPr>
      </p:pic>
    </p:spTree>
  </p:cSld>
  <p:clrMapOvr>
    <ns1:masterClrMapping/>
  </p:clrMapOvr>
  <p:transition spd="med" advClick="1">
    <p:fade/>
  </p:transition>
</p:sld>
</file>

<file path=ppt/slides/slide2.xml><?xml version="1.0" encoding="utf-8"?>
<p:sld xmlns:ns1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ns1:picLocks noChangeAspect="1"/>
          </p:cNvPicPr>
          <p:nvPr/>
        </p:nvPicPr>
        <p:blipFill>
          <ns1:blip ns2:embed="rId2"/>
          <ns1:stretch>
            <ns1:fillRect/>
          </ns1:stretch>
        </p:blipFill>
        <p:spPr>
          <ns1:xfrm>
            <ns1:off x="0" y="0"/>
            <ns1:ext cx="14630400" cy="8229600"/>
          </ns1:xfrm>
          <ns1:prstGeom prst="rect">
            <ns1:avLst/>
          </ns1:prstGeom>
        </p:spPr>
      </p:pic>
    </p:spTree>
  </p:cSld>
  <p:clrMapOvr>
    <ns1:masterClrMapping/>
  </p:clrMapOvr>
  <p:transition spd="med" advClick="1">
    <p:fade/>
  </p:transition>
</p:sld>
</file>

<file path=ppt/slides/slide3.xml><?xml version="1.0" encoding="utf-8"?>
<p:sld xmlns:ns1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ns1:picLocks noChangeAspect="1"/>
          </p:cNvPicPr>
          <p:nvPr/>
        </p:nvPicPr>
        <p:blipFill>
          <ns1:blip ns2:embed="rId2"/>
          <ns1:stretch>
            <ns1:fillRect/>
          </ns1:stretch>
        </p:blipFill>
        <p:spPr>
          <ns1:xfrm>
            <ns1:off x="0" y="0"/>
            <ns1:ext cx="14630400" cy="8229600"/>
          </ns1:xfrm>
          <ns1:prstGeom prst="rect">
            <ns1:avLst/>
          </ns1:prstGeom>
        </p:spPr>
      </p:pic>
    </p:spTree>
  </p:cSld>
  <p:clrMapOvr>
    <ns1:masterClrMapping/>
  </p:clrMapOvr>
  <p:transition spd="med" advClick="1">
    <p:fade/>
  </p:transition>
</p:sld>
</file>

<file path=ppt/slides/slide4.xml><?xml version="1.0" encoding="utf-8"?>
<p:sld xmlns:ns1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ns1:picLocks noChangeAspect="1"/>
          </p:cNvPicPr>
          <p:nvPr/>
        </p:nvPicPr>
        <p:blipFill>
          <ns1:blip ns2:embed="rId2"/>
          <ns1:stretch>
            <ns1:fillRect/>
          </ns1:stretch>
        </p:blipFill>
        <p:spPr>
          <ns1:xfrm>
            <ns1:off x="0" y="0"/>
            <ns1:ext cx="14630400" cy="8229600"/>
          </ns1:xfrm>
          <ns1:prstGeom prst="rect">
            <ns1:avLst/>
          </ns1:prstGeom>
        </p:spPr>
      </p:pic>
    </p:spTree>
  </p:cSld>
  <p:clrMapOvr>
    <ns1:masterClrMapping/>
  </p:clrMapOvr>
  <p:transition spd="med" advClick="1">
    <p:fade/>
  </p:transition>
</p:sld>
</file>

<file path=ppt/slides/slide5.xml><?xml version="1.0" encoding="utf-8"?>
<p:sld xmlns:ns1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ns1:picLocks noChangeAspect="1"/>
          </p:cNvPicPr>
          <p:nvPr/>
        </p:nvPicPr>
        <p:blipFill>
          <ns1:blip ns2:embed="rId2"/>
          <ns1:stretch>
            <ns1:fillRect/>
          </ns1:stretch>
        </p:blipFill>
        <p:spPr>
          <ns1:xfrm>
            <ns1:off x="0" y="0"/>
            <ns1:ext cx="14630400" cy="8229600"/>
          </ns1:xfrm>
          <ns1:prstGeom prst="rect">
            <ns1:avLst/>
          </ns1:prstGeom>
        </p:spPr>
      </p:pic>
    </p:spTree>
  </p:cSld>
  <p:clrMapOvr>
    <ns1:masterClrMapping/>
  </p:clrMapOvr>
  <p:transition spd="med" advClick="1">
    <p:fade/>
  </p:transition>
</p:sld>
</file>

<file path=ppt/slides/slide6.xml><?xml version="1.0" encoding="utf-8"?>
<p:sld xmlns:ns1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ns1:picLocks noChangeAspect="1"/>
          </p:cNvPicPr>
          <p:nvPr/>
        </p:nvPicPr>
        <p:blipFill>
          <ns1:blip ns2:embed="rId2"/>
          <ns1:stretch>
            <ns1:fillRect/>
          </ns1:stretch>
        </p:blipFill>
        <p:spPr>
          <ns1:xfrm>
            <ns1:off x="0" y="0"/>
            <ns1:ext cx="14630400" cy="8229600"/>
          </ns1:xfrm>
          <ns1:prstGeom prst="rect">
            <ns1:avLst/>
          </ns1:prstGeom>
        </p:spPr>
      </p:pic>
    </p:spTree>
  </p:cSld>
  <p:clrMapOvr>
    <ns1:masterClrMapping/>
  </p:clrMapOvr>
  <p:transition spd="med" advClick="1">
    <p:fade/>
  </p:transition>
</p:sld>
</file>

<file path=ppt/slides/slide7.xml><?xml version="1.0" encoding="utf-8"?>
<p:sld xmlns:ns1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ns1:picLocks noChangeAspect="1"/>
          </p:cNvPicPr>
          <p:nvPr/>
        </p:nvPicPr>
        <p:blipFill>
          <ns1:blip ns2:embed="rId2"/>
          <ns1:stretch>
            <ns1:fillRect/>
          </ns1:stretch>
        </p:blipFill>
        <p:spPr>
          <ns1:xfrm>
            <ns1:off x="0" y="0"/>
            <ns1:ext cx="14630400" cy="8229600"/>
          </ns1:xfrm>
          <ns1:prstGeom prst="rect">
            <ns1:avLst/>
          </ns1:prstGeom>
        </p:spPr>
      </p:pic>
    </p:spTree>
  </p:cSld>
  <p:clrMapOvr>
    <ns1:masterClrMapping/>
  </p:clrMapOvr>
  <p:transition spd="med" advClick="1">
    <p:fade/>
  </p:transition>
</p:sld>
</file>

<file path=ppt/slides/slide8.xml><?xml version="1.0" encoding="utf-8"?>
<p:sld xmlns:ns1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ns1:picLocks noChangeAspect="1"/>
          </p:cNvPicPr>
          <p:nvPr/>
        </p:nvPicPr>
        <p:blipFill>
          <ns1:blip ns2:embed="rId2"/>
          <ns1:stretch>
            <ns1:fillRect/>
          </ns1:stretch>
        </p:blipFill>
        <p:spPr>
          <ns1:xfrm>
            <ns1:off x="0" y="0"/>
            <ns1:ext cx="14630400" cy="8229600"/>
          </ns1:xfrm>
          <ns1:prstGeom prst="rect">
            <ns1:avLst/>
          </ns1:prstGeom>
        </p:spPr>
      </p:pic>
    </p:spTree>
  </p:cSld>
  <p:clrMapOvr>
    <ns1:masterClrMapping/>
  </p:clrMapOvr>
  <p:transition spd="med" advClick="1">
    <p:fade/>
  </p:transition>
</p:sld>
</file>

<file path=ppt/slides/slide9.xml><?xml version="1.0" encoding="utf-8"?>
<p:sld xmlns:ns1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ns1:picLocks noChangeAspect="1"/>
          </p:cNvPicPr>
          <p:nvPr/>
        </p:nvPicPr>
        <p:blipFill>
          <ns1:blip ns2:embed="rId2"/>
          <ns1:stretch>
            <ns1:fillRect/>
          </ns1:stretch>
        </p:blipFill>
        <p:spPr>
          <ns1:xfrm>
            <ns1:off x="0" y="0"/>
            <ns1:ext cx="14630400" cy="8229600"/>
          </ns1:xfrm>
          <ns1:prstGeom prst="rect">
            <ns1:avLst/>
          </ns1:prstGeom>
        </p:spPr>
      </p:pic>
    </p:spTree>
  </p:cSld>
  <p:clrMapOvr>
    <ns1:masterClrMapping/>
  </p:clrMapOvr>
  <p:transition spd="med" advClick="1">
    <p:fade/>
  </p:transition>
</p:sld>
</file>

<file path=ppt/slides/slide10.xml><?xml version="1.0" encoding="utf-8"?>
<p:sld xmlns:ns1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ns1:picLocks noChangeAspect="1"/>
          </p:cNvPicPr>
          <p:nvPr/>
        </p:nvPicPr>
        <p:blipFill>
          <ns1:blip ns2:embed="rId2"/>
          <ns1:stretch>
            <ns1:fillRect/>
          </ns1:stretch>
        </p:blipFill>
        <p:spPr>
          <ns1:xfrm>
            <ns1:off x="0" y="0"/>
            <ns1:ext cx="14630400" cy="8229600"/>
          </ns1:xfrm>
          <ns1:prstGeom prst="rect">
            <ns1:avLst/>
          </ns1:prstGeom>
        </p:spPr>
      </p:pic>
    </p:spTree>
  </p:cSld>
  <p:clrMapOvr>
    <ns1:masterClrMapping/>
  </p:clrMapOvr>
  <p:transition spd="med" advClick="1">
    <p:fade/>
  </p:transition>
</p:sld>
</file>

<file path=ppt/slides/slide11.xml><?xml version="1.0" encoding="utf-8"?>
<p:sld xmlns:ns1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ns1:picLocks noChangeAspect="1"/>
          </p:cNvPicPr>
          <p:nvPr/>
        </p:nvPicPr>
        <p:blipFill>
          <ns1:blip ns2:embed="rId2"/>
          <ns1:stretch>
            <ns1:fillRect/>
          </ns1:stretch>
        </p:blipFill>
        <p:spPr>
          <ns1:xfrm>
            <ns1:off x="0" y="0"/>
            <ns1:ext cx="14630400" cy="8229600"/>
          </ns1:xfrm>
          <ns1:prstGeom prst="rect">
            <ns1:avLst/>
          </ns1:prstGeom>
        </p:spPr>
      </p:pic>
    </p:spTree>
  </p:cSld>
  <p:clrMapOvr>
    <ns1:masterClrMapping/>
  </p:clrMapOvr>
  <p:transition spd="med" advClick="1">
    <p:fade/>
  </p:transition>
</p:sld>
</file>

<file path=ppt/slides/slide12.xml><?xml version="1.0" encoding="utf-8"?>
<p:sld xmlns:ns1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ns1:picLocks noChangeAspect="1"/>
          </p:cNvPicPr>
          <p:nvPr/>
        </p:nvPicPr>
        <p:blipFill>
          <ns1:blip ns2:embed="rId2"/>
          <ns1:stretch>
            <ns1:fillRect/>
          </ns1:stretch>
        </p:blipFill>
        <p:spPr>
          <ns1:xfrm>
            <ns1:off x="0" y="0"/>
            <ns1:ext cx="14630400" cy="8229600"/>
          </ns1:xfrm>
          <ns1:prstGeom prst="rect">
            <ns1:avLst/>
          </ns1:prstGeom>
        </p:spPr>
      </p:pic>
    </p:spTree>
  </p:cSld>
  <p:clrMapOvr>
    <ns1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